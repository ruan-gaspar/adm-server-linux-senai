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4"/>
  </p:sldMasterIdLst>
  <p:sldIdLst>
    <p:sldId id="256" r:id="rId5"/>
    <p:sldId id="257" r:id="rId6"/>
    <p:sldId id="258" r:id="rId7"/>
    <p:sldId id="259" r:id="rId8"/>
    <p:sldId id="260" r:id="rId9"/>
    <p:sldId id="272" r:id="rId10"/>
    <p:sldId id="261" r:id="rId11"/>
    <p:sldId id="273" r:id="rId12"/>
    <p:sldId id="262" r:id="rId13"/>
    <p:sldId id="263" r:id="rId14"/>
    <p:sldId id="264" r:id="rId15"/>
    <p:sldId id="266" r:id="rId16"/>
    <p:sldId id="268" r:id="rId17"/>
    <p:sldId id="270" r:id="rId18"/>
    <p:sldId id="271" r:id="rId19"/>
    <p:sldId id="26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Lourenco Bagnoli" userId="433ec5b5-ff89-4497-a721-a2986277e593" providerId="ADAL" clId="{A5F5390F-1E9D-4209-9BEA-A2376CD9D737}"/>
    <pc:docChg chg="undo custSel addSld delSld modSld sldOrd">
      <pc:chgData name="Andre Lourenco Bagnoli" userId="433ec5b5-ff89-4497-a721-a2986277e593" providerId="ADAL" clId="{A5F5390F-1E9D-4209-9BEA-A2376CD9D737}" dt="2026-03-09T18:41:33.409" v="229" actId="1076"/>
      <pc:docMkLst>
        <pc:docMk/>
      </pc:docMkLst>
      <pc:sldChg chg="modSp">
        <pc:chgData name="Andre Lourenco Bagnoli" userId="433ec5b5-ff89-4497-a721-a2986277e593" providerId="ADAL" clId="{A5F5390F-1E9D-4209-9BEA-A2376CD9D737}" dt="2026-02-23T16:59:55.261" v="152"/>
        <pc:sldMkLst>
          <pc:docMk/>
          <pc:sldMk cId="3257143347" sldId="256"/>
        </pc:sldMkLst>
        <pc:spChg chg="mod">
          <ac:chgData name="Andre Lourenco Bagnoli" userId="433ec5b5-ff89-4497-a721-a2986277e593" providerId="ADAL" clId="{A5F5390F-1E9D-4209-9BEA-A2376CD9D737}" dt="2026-02-23T16:59:45.939" v="150"/>
          <ac:spMkLst>
            <pc:docMk/>
            <pc:sldMk cId="3257143347" sldId="256"/>
            <ac:spMk id="2" creationId="{401DAADB-FA2D-40C1-9815-B8ACF0977E39}"/>
          </ac:spMkLst>
        </pc:spChg>
        <pc:spChg chg="mod">
          <ac:chgData name="Andre Lourenco Bagnoli" userId="433ec5b5-ff89-4497-a721-a2986277e593" providerId="ADAL" clId="{A5F5390F-1E9D-4209-9BEA-A2376CD9D737}" dt="2026-02-23T16:59:55.261" v="152"/>
          <ac:spMkLst>
            <pc:docMk/>
            <pc:sldMk cId="3257143347" sldId="256"/>
            <ac:spMk id="3" creationId="{E015E853-6F8C-4CF8-9F17-080C2C640626}"/>
          </ac:spMkLst>
        </pc:spChg>
      </pc:sldChg>
      <pc:sldChg chg="modSp">
        <pc:chgData name="Andre Lourenco Bagnoli" userId="433ec5b5-ff89-4497-a721-a2986277e593" providerId="ADAL" clId="{A5F5390F-1E9D-4209-9BEA-A2376CD9D737}" dt="2026-02-23T17:00:11.216" v="154"/>
        <pc:sldMkLst>
          <pc:docMk/>
          <pc:sldMk cId="2137422971" sldId="257"/>
        </pc:sldMkLst>
        <pc:spChg chg="mod">
          <ac:chgData name="Andre Lourenco Bagnoli" userId="433ec5b5-ff89-4497-a721-a2986277e593" providerId="ADAL" clId="{A5F5390F-1E9D-4209-9BEA-A2376CD9D737}" dt="2026-02-23T17:00:04.171" v="153"/>
          <ac:spMkLst>
            <pc:docMk/>
            <pc:sldMk cId="2137422971" sldId="257"/>
            <ac:spMk id="2" creationId="{87FEF2E9-D08C-4B4D-902C-94C9F3CCF472}"/>
          </ac:spMkLst>
        </pc:spChg>
        <pc:spChg chg="mod">
          <ac:chgData name="Andre Lourenco Bagnoli" userId="433ec5b5-ff89-4497-a721-a2986277e593" providerId="ADAL" clId="{A5F5390F-1E9D-4209-9BEA-A2376CD9D737}" dt="2026-02-23T17:00:11.216" v="154"/>
          <ac:spMkLst>
            <pc:docMk/>
            <pc:sldMk cId="2137422971" sldId="257"/>
            <ac:spMk id="3" creationId="{A4943414-10DA-4CFD-811F-24AD37377C6B}"/>
          </ac:spMkLst>
        </pc:spChg>
      </pc:sldChg>
      <pc:sldChg chg="modSp">
        <pc:chgData name="Andre Lourenco Bagnoli" userId="433ec5b5-ff89-4497-a721-a2986277e593" providerId="ADAL" clId="{A5F5390F-1E9D-4209-9BEA-A2376CD9D737}" dt="2026-02-23T17:00:26.693" v="156"/>
        <pc:sldMkLst>
          <pc:docMk/>
          <pc:sldMk cId="2376177751" sldId="258"/>
        </pc:sldMkLst>
        <pc:spChg chg="mod">
          <ac:chgData name="Andre Lourenco Bagnoli" userId="433ec5b5-ff89-4497-a721-a2986277e593" providerId="ADAL" clId="{A5F5390F-1E9D-4209-9BEA-A2376CD9D737}" dt="2026-02-23T17:00:18.403" v="155"/>
          <ac:spMkLst>
            <pc:docMk/>
            <pc:sldMk cId="2376177751" sldId="258"/>
            <ac:spMk id="2" creationId="{0AC360C0-9743-4BC0-BA09-CBCFD474AFB2}"/>
          </ac:spMkLst>
        </pc:spChg>
        <pc:spChg chg="mod">
          <ac:chgData name="Andre Lourenco Bagnoli" userId="433ec5b5-ff89-4497-a721-a2986277e593" providerId="ADAL" clId="{A5F5390F-1E9D-4209-9BEA-A2376CD9D737}" dt="2026-02-23T17:00:26.693" v="156"/>
          <ac:spMkLst>
            <pc:docMk/>
            <pc:sldMk cId="2376177751" sldId="258"/>
            <ac:spMk id="3" creationId="{505FBB71-609E-4DA3-B2EA-DC63264BC49B}"/>
          </ac:spMkLst>
        </pc:spChg>
      </pc:sldChg>
      <pc:sldChg chg="modSp">
        <pc:chgData name="Andre Lourenco Bagnoli" userId="433ec5b5-ff89-4497-a721-a2986277e593" providerId="ADAL" clId="{A5F5390F-1E9D-4209-9BEA-A2376CD9D737}" dt="2026-03-09T18:31:14.440" v="191" actId="27636"/>
        <pc:sldMkLst>
          <pc:docMk/>
          <pc:sldMk cId="299070192" sldId="259"/>
        </pc:sldMkLst>
        <pc:spChg chg="mod">
          <ac:chgData name="Andre Lourenco Bagnoli" userId="433ec5b5-ff89-4497-a721-a2986277e593" providerId="ADAL" clId="{A5F5390F-1E9D-4209-9BEA-A2376CD9D737}" dt="2026-02-23T17:00:30.979" v="157"/>
          <ac:spMkLst>
            <pc:docMk/>
            <pc:sldMk cId="299070192" sldId="259"/>
            <ac:spMk id="2" creationId="{371F78EF-A156-4C0B-AEFB-9F8FEA355AE9}"/>
          </ac:spMkLst>
        </pc:spChg>
        <pc:spChg chg="mod">
          <ac:chgData name="Andre Lourenco Bagnoli" userId="433ec5b5-ff89-4497-a721-a2986277e593" providerId="ADAL" clId="{A5F5390F-1E9D-4209-9BEA-A2376CD9D737}" dt="2026-03-09T18:31:14.440" v="191" actId="27636"/>
          <ac:spMkLst>
            <pc:docMk/>
            <pc:sldMk cId="299070192" sldId="259"/>
            <ac:spMk id="3" creationId="{3F914D53-BC1E-4D77-A494-3CFAF1C8160E}"/>
          </ac:spMkLst>
        </pc:spChg>
      </pc:sldChg>
      <pc:sldChg chg="modSp">
        <pc:chgData name="Andre Lourenco Bagnoli" userId="433ec5b5-ff89-4497-a721-a2986277e593" providerId="ADAL" clId="{A5F5390F-1E9D-4209-9BEA-A2376CD9D737}" dt="2026-03-09T18:31:50.032" v="196" actId="1076"/>
        <pc:sldMkLst>
          <pc:docMk/>
          <pc:sldMk cId="2047431931" sldId="260"/>
        </pc:sldMkLst>
        <pc:spChg chg="mod">
          <ac:chgData name="Andre Lourenco Bagnoli" userId="433ec5b5-ff89-4497-a721-a2986277e593" providerId="ADAL" clId="{A5F5390F-1E9D-4209-9BEA-A2376CD9D737}" dt="2026-03-09T18:31:50.032" v="196" actId="1076"/>
          <ac:spMkLst>
            <pc:docMk/>
            <pc:sldMk cId="2047431931" sldId="260"/>
            <ac:spMk id="2" creationId="{62A6B5FE-C32D-4377-9FAC-B3C27CD6A561}"/>
          </ac:spMkLst>
        </pc:spChg>
        <pc:spChg chg="mod">
          <ac:chgData name="Andre Lourenco Bagnoli" userId="433ec5b5-ff89-4497-a721-a2986277e593" providerId="ADAL" clId="{A5F5390F-1E9D-4209-9BEA-A2376CD9D737}" dt="2026-03-09T18:31:46.344" v="195" actId="1076"/>
          <ac:spMkLst>
            <pc:docMk/>
            <pc:sldMk cId="2047431931" sldId="260"/>
            <ac:spMk id="3" creationId="{B4DD7B42-7F57-49CC-91B9-3965FDD492F2}"/>
          </ac:spMkLst>
        </pc:spChg>
      </pc:sldChg>
      <pc:sldChg chg="modSp">
        <pc:chgData name="Andre Lourenco Bagnoli" userId="433ec5b5-ff89-4497-a721-a2986277e593" providerId="ADAL" clId="{A5F5390F-1E9D-4209-9BEA-A2376CD9D737}" dt="2026-03-09T18:31:14.445" v="192" actId="27636"/>
        <pc:sldMkLst>
          <pc:docMk/>
          <pc:sldMk cId="1595380703" sldId="261"/>
        </pc:sldMkLst>
        <pc:spChg chg="mod">
          <ac:chgData name="Andre Lourenco Bagnoli" userId="433ec5b5-ff89-4497-a721-a2986277e593" providerId="ADAL" clId="{A5F5390F-1E9D-4209-9BEA-A2376CD9D737}" dt="2026-02-23T17:01:37.203" v="171"/>
          <ac:spMkLst>
            <pc:docMk/>
            <pc:sldMk cId="1595380703" sldId="261"/>
            <ac:spMk id="2" creationId="{7D03DF51-94D8-4B51-9F09-56881B7AB775}"/>
          </ac:spMkLst>
        </pc:spChg>
        <pc:spChg chg="mod">
          <ac:chgData name="Andre Lourenco Bagnoli" userId="433ec5b5-ff89-4497-a721-a2986277e593" providerId="ADAL" clId="{A5F5390F-1E9D-4209-9BEA-A2376CD9D737}" dt="2026-03-09T18:31:14.445" v="192" actId="27636"/>
          <ac:spMkLst>
            <pc:docMk/>
            <pc:sldMk cId="1595380703" sldId="261"/>
            <ac:spMk id="3" creationId="{7BEC35AA-C9EF-4C7F-B71A-EEF5859ECA00}"/>
          </ac:spMkLst>
        </pc:spChg>
      </pc:sldChg>
      <pc:sldChg chg="modSp">
        <pc:chgData name="Andre Lourenco Bagnoli" userId="433ec5b5-ff89-4497-a721-a2986277e593" providerId="ADAL" clId="{A5F5390F-1E9D-4209-9BEA-A2376CD9D737}" dt="2026-02-23T17:02:00.320" v="174"/>
        <pc:sldMkLst>
          <pc:docMk/>
          <pc:sldMk cId="4251170734" sldId="262"/>
        </pc:sldMkLst>
        <pc:spChg chg="mod">
          <ac:chgData name="Andre Lourenco Bagnoli" userId="433ec5b5-ff89-4497-a721-a2986277e593" providerId="ADAL" clId="{A5F5390F-1E9D-4209-9BEA-A2376CD9D737}" dt="2026-02-23T17:01:53.379" v="173"/>
          <ac:spMkLst>
            <pc:docMk/>
            <pc:sldMk cId="4251170734" sldId="262"/>
            <ac:spMk id="2" creationId="{D08F4B59-0CC9-4CC4-83EF-5A62FEAB8463}"/>
          </ac:spMkLst>
        </pc:spChg>
        <pc:spChg chg="mod">
          <ac:chgData name="Andre Lourenco Bagnoli" userId="433ec5b5-ff89-4497-a721-a2986277e593" providerId="ADAL" clId="{A5F5390F-1E9D-4209-9BEA-A2376CD9D737}" dt="2026-02-23T17:02:00.320" v="174"/>
          <ac:spMkLst>
            <pc:docMk/>
            <pc:sldMk cId="4251170734" sldId="262"/>
            <ac:spMk id="3" creationId="{61C44709-3F2B-43F2-B501-018AB3A0EBC0}"/>
          </ac:spMkLst>
        </pc:spChg>
      </pc:sldChg>
      <pc:sldChg chg="modSp">
        <pc:chgData name="Andre Lourenco Bagnoli" userId="433ec5b5-ff89-4497-a721-a2986277e593" providerId="ADAL" clId="{A5F5390F-1E9D-4209-9BEA-A2376CD9D737}" dt="2026-02-23T17:02:12.143" v="176"/>
        <pc:sldMkLst>
          <pc:docMk/>
          <pc:sldMk cId="717441196" sldId="263"/>
        </pc:sldMkLst>
        <pc:spChg chg="mod">
          <ac:chgData name="Andre Lourenco Bagnoli" userId="433ec5b5-ff89-4497-a721-a2986277e593" providerId="ADAL" clId="{A5F5390F-1E9D-4209-9BEA-A2376CD9D737}" dt="2026-02-23T17:02:05.827" v="175"/>
          <ac:spMkLst>
            <pc:docMk/>
            <pc:sldMk cId="717441196" sldId="263"/>
            <ac:spMk id="2" creationId="{324D79F4-742E-47FC-B580-7CB324FFEB5D}"/>
          </ac:spMkLst>
        </pc:spChg>
        <pc:spChg chg="mod">
          <ac:chgData name="Andre Lourenco Bagnoli" userId="433ec5b5-ff89-4497-a721-a2986277e593" providerId="ADAL" clId="{A5F5390F-1E9D-4209-9BEA-A2376CD9D737}" dt="2026-02-23T17:02:12.143" v="176"/>
          <ac:spMkLst>
            <pc:docMk/>
            <pc:sldMk cId="717441196" sldId="263"/>
            <ac:spMk id="3" creationId="{1C88C5BC-72A9-4818-B424-9164E64E31AA}"/>
          </ac:spMkLst>
        </pc:spChg>
      </pc:sldChg>
      <pc:sldChg chg="modSp">
        <pc:chgData name="Andre Lourenco Bagnoli" userId="433ec5b5-ff89-4497-a721-a2986277e593" providerId="ADAL" clId="{A5F5390F-1E9D-4209-9BEA-A2376CD9D737}" dt="2026-02-23T17:02:37.082" v="178"/>
        <pc:sldMkLst>
          <pc:docMk/>
          <pc:sldMk cId="627113374" sldId="264"/>
        </pc:sldMkLst>
        <pc:spChg chg="mod">
          <ac:chgData name="Andre Lourenco Bagnoli" userId="433ec5b5-ff89-4497-a721-a2986277e593" providerId="ADAL" clId="{A5F5390F-1E9D-4209-9BEA-A2376CD9D737}" dt="2026-02-23T17:02:21.564" v="177"/>
          <ac:spMkLst>
            <pc:docMk/>
            <pc:sldMk cId="627113374" sldId="264"/>
            <ac:spMk id="2" creationId="{22468AB9-48F5-45A6-B656-0673372C8185}"/>
          </ac:spMkLst>
        </pc:spChg>
        <pc:spChg chg="mod">
          <ac:chgData name="Andre Lourenco Bagnoli" userId="433ec5b5-ff89-4497-a721-a2986277e593" providerId="ADAL" clId="{A5F5390F-1E9D-4209-9BEA-A2376CD9D737}" dt="2026-02-23T17:02:37.082" v="178"/>
          <ac:spMkLst>
            <pc:docMk/>
            <pc:sldMk cId="627113374" sldId="264"/>
            <ac:spMk id="3" creationId="{F561BBD0-0F2F-4E25-BC70-6ACD1FEB23A2}"/>
          </ac:spMkLst>
        </pc:spChg>
      </pc:sldChg>
      <pc:sldChg chg="modSp add del">
        <pc:chgData name="Andre Lourenco Bagnoli" userId="433ec5b5-ff89-4497-a721-a2986277e593" providerId="ADAL" clId="{A5F5390F-1E9D-4209-9BEA-A2376CD9D737}" dt="2026-02-23T17:02:48.897" v="180"/>
        <pc:sldMkLst>
          <pc:docMk/>
          <pc:sldMk cId="4284490688" sldId="266"/>
        </pc:sldMkLst>
        <pc:spChg chg="mod">
          <ac:chgData name="Andre Lourenco Bagnoli" userId="433ec5b5-ff89-4497-a721-a2986277e593" providerId="ADAL" clId="{A5F5390F-1E9D-4209-9BEA-A2376CD9D737}" dt="2026-02-23T17:02:44.307" v="179"/>
          <ac:spMkLst>
            <pc:docMk/>
            <pc:sldMk cId="4284490688" sldId="266"/>
            <ac:spMk id="2" creationId="{C054C056-A86D-4ECC-9986-6D0E25093C96}"/>
          </ac:spMkLst>
        </pc:spChg>
        <pc:spChg chg="mod">
          <ac:chgData name="Andre Lourenco Bagnoli" userId="433ec5b5-ff89-4497-a721-a2986277e593" providerId="ADAL" clId="{A5F5390F-1E9D-4209-9BEA-A2376CD9D737}" dt="2026-02-23T17:02:48.897" v="180"/>
          <ac:spMkLst>
            <pc:docMk/>
            <pc:sldMk cId="4284490688" sldId="266"/>
            <ac:spMk id="3" creationId="{793ADB7A-46D3-4536-946D-D09DD9442B8E}"/>
          </ac:spMkLst>
        </pc:spChg>
      </pc:sldChg>
      <pc:sldChg chg="modSp">
        <pc:chgData name="Andre Lourenco Bagnoli" userId="433ec5b5-ff89-4497-a721-a2986277e593" providerId="ADAL" clId="{A5F5390F-1E9D-4209-9BEA-A2376CD9D737}" dt="2026-03-09T18:41:33.409" v="229" actId="1076"/>
        <pc:sldMkLst>
          <pc:docMk/>
          <pc:sldMk cId="2944487584" sldId="267"/>
        </pc:sldMkLst>
        <pc:spChg chg="mod">
          <ac:chgData name="Andre Lourenco Bagnoli" userId="433ec5b5-ff89-4497-a721-a2986277e593" providerId="ADAL" clId="{A5F5390F-1E9D-4209-9BEA-A2376CD9D737}" dt="2026-03-09T18:41:28.046" v="228" actId="27636"/>
          <ac:spMkLst>
            <pc:docMk/>
            <pc:sldMk cId="2944487584" sldId="267"/>
            <ac:spMk id="2" creationId="{5672FF51-0BA6-4257-BC89-4DC217455A30}"/>
          </ac:spMkLst>
        </pc:spChg>
        <pc:spChg chg="mod">
          <ac:chgData name="Andre Lourenco Bagnoli" userId="433ec5b5-ff89-4497-a721-a2986277e593" providerId="ADAL" clId="{A5F5390F-1E9D-4209-9BEA-A2376CD9D737}" dt="2026-03-09T18:41:33.409" v="229" actId="1076"/>
          <ac:spMkLst>
            <pc:docMk/>
            <pc:sldMk cId="2944487584" sldId="267"/>
            <ac:spMk id="3" creationId="{773CE5B1-362A-4EFA-8DB4-95C54678BF05}"/>
          </ac:spMkLst>
        </pc:spChg>
      </pc:sldChg>
      <pc:sldChg chg="modSp add">
        <pc:chgData name="Andre Lourenco Bagnoli" userId="433ec5b5-ff89-4497-a721-a2986277e593" providerId="ADAL" clId="{A5F5390F-1E9D-4209-9BEA-A2376CD9D737}" dt="2026-03-09T18:39:50.835" v="218" actId="20577"/>
        <pc:sldMkLst>
          <pc:docMk/>
          <pc:sldMk cId="2100207274" sldId="268"/>
        </pc:sldMkLst>
        <pc:spChg chg="mod">
          <ac:chgData name="Andre Lourenco Bagnoli" userId="433ec5b5-ff89-4497-a721-a2986277e593" providerId="ADAL" clId="{A5F5390F-1E9D-4209-9BEA-A2376CD9D737}" dt="2026-03-09T18:39:42.617" v="216" actId="1076"/>
          <ac:spMkLst>
            <pc:docMk/>
            <pc:sldMk cId="2100207274" sldId="268"/>
            <ac:spMk id="2" creationId="{4E568071-9707-4FFA-8932-FFE9894E8E06}"/>
          </ac:spMkLst>
        </pc:spChg>
        <pc:spChg chg="mod">
          <ac:chgData name="Andre Lourenco Bagnoli" userId="433ec5b5-ff89-4497-a721-a2986277e593" providerId="ADAL" clId="{A5F5390F-1E9D-4209-9BEA-A2376CD9D737}" dt="2026-03-09T18:39:50.835" v="218" actId="20577"/>
          <ac:spMkLst>
            <pc:docMk/>
            <pc:sldMk cId="2100207274" sldId="268"/>
            <ac:spMk id="3" creationId="{73DF797D-5F07-4F02-944B-E8B6D9BA466E}"/>
          </ac:spMkLst>
        </pc:spChg>
      </pc:sldChg>
      <pc:sldChg chg="modSp add">
        <pc:chgData name="Andre Lourenco Bagnoli" userId="433ec5b5-ff89-4497-a721-a2986277e593" providerId="ADAL" clId="{A5F5390F-1E9D-4209-9BEA-A2376CD9D737}" dt="2026-03-09T18:40:36.497" v="223" actId="255"/>
        <pc:sldMkLst>
          <pc:docMk/>
          <pc:sldMk cId="3599323337" sldId="270"/>
        </pc:sldMkLst>
        <pc:spChg chg="mod">
          <ac:chgData name="Andre Lourenco Bagnoli" userId="433ec5b5-ff89-4497-a721-a2986277e593" providerId="ADAL" clId="{A5F5390F-1E9D-4209-9BEA-A2376CD9D737}" dt="2026-03-09T18:40:09.305" v="221" actId="1076"/>
          <ac:spMkLst>
            <pc:docMk/>
            <pc:sldMk cId="3599323337" sldId="270"/>
            <ac:spMk id="2" creationId="{F1651905-9B2C-4E56-8E07-5923129FF173}"/>
          </ac:spMkLst>
        </pc:spChg>
        <pc:spChg chg="mod">
          <ac:chgData name="Andre Lourenco Bagnoli" userId="433ec5b5-ff89-4497-a721-a2986277e593" providerId="ADAL" clId="{A5F5390F-1E9D-4209-9BEA-A2376CD9D737}" dt="2026-03-09T18:40:36.497" v="223" actId="255"/>
          <ac:spMkLst>
            <pc:docMk/>
            <pc:sldMk cId="3599323337" sldId="270"/>
            <ac:spMk id="3" creationId="{73ABDC5E-27A9-4BF3-99FC-DDB2D73B1ACC}"/>
          </ac:spMkLst>
        </pc:spChg>
      </pc:sldChg>
      <pc:sldChg chg="modSp add">
        <pc:chgData name="Andre Lourenco Bagnoli" userId="433ec5b5-ff89-4497-a721-a2986277e593" providerId="ADAL" clId="{A5F5390F-1E9D-4209-9BEA-A2376CD9D737}" dt="2026-02-23T17:03:51.399" v="188"/>
        <pc:sldMkLst>
          <pc:docMk/>
          <pc:sldMk cId="2739198299" sldId="271"/>
        </pc:sldMkLst>
        <pc:spChg chg="mod">
          <ac:chgData name="Andre Lourenco Bagnoli" userId="433ec5b5-ff89-4497-a721-a2986277e593" providerId="ADAL" clId="{A5F5390F-1E9D-4209-9BEA-A2376CD9D737}" dt="2026-02-23T17:03:46.140" v="187"/>
          <ac:spMkLst>
            <pc:docMk/>
            <pc:sldMk cId="2739198299" sldId="271"/>
            <ac:spMk id="2" creationId="{F0370878-2D61-46CF-B4E5-3C5CDA769075}"/>
          </ac:spMkLst>
        </pc:spChg>
        <pc:spChg chg="mod">
          <ac:chgData name="Andre Lourenco Bagnoli" userId="433ec5b5-ff89-4497-a721-a2986277e593" providerId="ADAL" clId="{A5F5390F-1E9D-4209-9BEA-A2376CD9D737}" dt="2026-02-23T17:03:51.399" v="188"/>
          <ac:spMkLst>
            <pc:docMk/>
            <pc:sldMk cId="2739198299" sldId="271"/>
            <ac:spMk id="3" creationId="{7E9E9F1C-9398-4DA2-A303-943E3622DF17}"/>
          </ac:spMkLst>
        </pc:spChg>
      </pc:sldChg>
      <pc:sldChg chg="addSp delSp modSp add">
        <pc:chgData name="Andre Lourenco Bagnoli" userId="433ec5b5-ff89-4497-a721-a2986277e593" providerId="ADAL" clId="{A5F5390F-1E9D-4209-9BEA-A2376CD9D737}" dt="2026-03-09T18:33:44.144" v="202" actId="1076"/>
        <pc:sldMkLst>
          <pc:docMk/>
          <pc:sldMk cId="1030448626" sldId="272"/>
        </pc:sldMkLst>
        <pc:spChg chg="del">
          <ac:chgData name="Andre Lourenco Bagnoli" userId="433ec5b5-ff89-4497-a721-a2986277e593" providerId="ADAL" clId="{A5F5390F-1E9D-4209-9BEA-A2376CD9D737}" dt="2026-03-09T18:33:10.689" v="198" actId="478"/>
          <ac:spMkLst>
            <pc:docMk/>
            <pc:sldMk cId="1030448626" sldId="272"/>
            <ac:spMk id="2" creationId="{2D65E807-0311-4A89-8A30-4880DCCE5376}"/>
          </ac:spMkLst>
        </pc:spChg>
        <pc:spChg chg="del">
          <ac:chgData name="Andre Lourenco Bagnoli" userId="433ec5b5-ff89-4497-a721-a2986277e593" providerId="ADAL" clId="{A5F5390F-1E9D-4209-9BEA-A2376CD9D737}" dt="2026-03-09T18:33:12.480" v="199" actId="478"/>
          <ac:spMkLst>
            <pc:docMk/>
            <pc:sldMk cId="1030448626" sldId="272"/>
            <ac:spMk id="3" creationId="{63E860A7-2283-43AD-9ADA-C66A41489A6D}"/>
          </ac:spMkLst>
        </pc:spChg>
        <pc:picChg chg="add mod">
          <ac:chgData name="Andre Lourenco Bagnoli" userId="433ec5b5-ff89-4497-a721-a2986277e593" providerId="ADAL" clId="{A5F5390F-1E9D-4209-9BEA-A2376CD9D737}" dt="2026-03-09T18:33:44.144" v="202" actId="1076"/>
          <ac:picMkLst>
            <pc:docMk/>
            <pc:sldMk cId="1030448626" sldId="272"/>
            <ac:picMk id="5" creationId="{44396FF4-E13B-4E09-A910-894D3660913A}"/>
          </ac:picMkLst>
        </pc:picChg>
      </pc:sldChg>
      <pc:sldChg chg="addSp delSp modSp add ord">
        <pc:chgData name="Andre Lourenco Bagnoli" userId="433ec5b5-ff89-4497-a721-a2986277e593" providerId="ADAL" clId="{A5F5390F-1E9D-4209-9BEA-A2376CD9D737}" dt="2026-03-09T18:38:41.713" v="214" actId="1076"/>
        <pc:sldMkLst>
          <pc:docMk/>
          <pc:sldMk cId="2700420344" sldId="273"/>
        </pc:sldMkLst>
        <pc:spChg chg="del">
          <ac:chgData name="Andre Lourenco Bagnoli" userId="433ec5b5-ff89-4497-a721-a2986277e593" providerId="ADAL" clId="{A5F5390F-1E9D-4209-9BEA-A2376CD9D737}" dt="2026-03-09T18:35:47.937" v="205" actId="478"/>
          <ac:spMkLst>
            <pc:docMk/>
            <pc:sldMk cId="2700420344" sldId="273"/>
            <ac:spMk id="2" creationId="{7E36D697-863E-4856-98B5-9688DAE2352E}"/>
          </ac:spMkLst>
        </pc:spChg>
        <pc:spChg chg="del">
          <ac:chgData name="Andre Lourenco Bagnoli" userId="433ec5b5-ff89-4497-a721-a2986277e593" providerId="ADAL" clId="{A5F5390F-1E9D-4209-9BEA-A2376CD9D737}" dt="2026-03-09T18:35:50.066" v="206" actId="478"/>
          <ac:spMkLst>
            <pc:docMk/>
            <pc:sldMk cId="2700420344" sldId="273"/>
            <ac:spMk id="3" creationId="{75A4E840-FE9C-46D0-989F-783480982BA7}"/>
          </ac:spMkLst>
        </pc:spChg>
        <pc:picChg chg="add del mod">
          <ac:chgData name="Andre Lourenco Bagnoli" userId="433ec5b5-ff89-4497-a721-a2986277e593" providerId="ADAL" clId="{A5F5390F-1E9D-4209-9BEA-A2376CD9D737}" dt="2026-03-09T18:36:13.425" v="210" actId="478"/>
          <ac:picMkLst>
            <pc:docMk/>
            <pc:sldMk cId="2700420344" sldId="273"/>
            <ac:picMk id="5" creationId="{664AD41C-72AA-48B4-9843-9C7431518220}"/>
          </ac:picMkLst>
        </pc:picChg>
        <pc:picChg chg="add mod">
          <ac:chgData name="Andre Lourenco Bagnoli" userId="433ec5b5-ff89-4497-a721-a2986277e593" providerId="ADAL" clId="{A5F5390F-1E9D-4209-9BEA-A2376CD9D737}" dt="2026-03-09T18:38:41.713" v="214" actId="1076"/>
          <ac:picMkLst>
            <pc:docMk/>
            <pc:sldMk cId="2700420344" sldId="273"/>
            <ac:picMk id="7" creationId="{AACD10E7-A880-416D-9BBA-6568E9586581}"/>
          </ac:picMkLst>
        </pc:picChg>
      </pc:sldChg>
    </pc:docChg>
  </pc:docChgLst>
  <pc:docChgLst>
    <pc:chgData name="Andre Lourenco Bagnoli" userId="433ec5b5-ff89-4497-a721-a2986277e593" providerId="ADAL" clId="{C8C1020E-6CB1-48E5-B601-357DDDA8507E}"/>
    <pc:docChg chg="custSel modSld">
      <pc:chgData name="Andre Lourenco Bagnoli" userId="433ec5b5-ff89-4497-a721-a2986277e593" providerId="ADAL" clId="{C8C1020E-6CB1-48E5-B601-357DDDA8507E}" dt="2026-03-03T18:42:43.041" v="70" actId="207"/>
      <pc:docMkLst>
        <pc:docMk/>
      </pc:docMkLst>
      <pc:sldChg chg="modSp">
        <pc:chgData name="Andre Lourenco Bagnoli" userId="433ec5b5-ff89-4497-a721-a2986277e593" providerId="ADAL" clId="{C8C1020E-6CB1-48E5-B601-357DDDA8507E}" dt="2026-03-03T18:42:43.041" v="70" actId="207"/>
        <pc:sldMkLst>
          <pc:docMk/>
          <pc:sldMk cId="3257143347" sldId="256"/>
        </pc:sldMkLst>
        <pc:spChg chg="mod">
          <ac:chgData name="Andre Lourenco Bagnoli" userId="433ec5b5-ff89-4497-a721-a2986277e593" providerId="ADAL" clId="{C8C1020E-6CB1-48E5-B601-357DDDA8507E}" dt="2026-03-03T11:55:36.390" v="22" actId="120"/>
          <ac:spMkLst>
            <pc:docMk/>
            <pc:sldMk cId="3257143347" sldId="256"/>
            <ac:spMk id="2" creationId="{401DAADB-FA2D-40C1-9815-B8ACF0977E39}"/>
          </ac:spMkLst>
        </pc:spChg>
        <pc:spChg chg="mod">
          <ac:chgData name="Andre Lourenco Bagnoli" userId="433ec5b5-ff89-4497-a721-a2986277e593" providerId="ADAL" clId="{C8C1020E-6CB1-48E5-B601-357DDDA8507E}" dt="2026-03-03T18:42:43.041" v="70" actId="207"/>
          <ac:spMkLst>
            <pc:docMk/>
            <pc:sldMk cId="3257143347" sldId="256"/>
            <ac:spMk id="3" creationId="{E015E853-6F8C-4CF8-9F17-080C2C640626}"/>
          </ac:spMkLst>
        </pc:spChg>
      </pc:sldChg>
      <pc:sldChg chg="modSp">
        <pc:chgData name="Andre Lourenco Bagnoli" userId="433ec5b5-ff89-4497-a721-a2986277e593" providerId="ADAL" clId="{C8C1020E-6CB1-48E5-B601-357DDDA8507E}" dt="2026-03-03T18:26:01.687" v="27" actId="207"/>
        <pc:sldMkLst>
          <pc:docMk/>
          <pc:sldMk cId="2137422971" sldId="257"/>
        </pc:sldMkLst>
        <pc:spChg chg="mod">
          <ac:chgData name="Andre Lourenco Bagnoli" userId="433ec5b5-ff89-4497-a721-a2986277e593" providerId="ADAL" clId="{C8C1020E-6CB1-48E5-B601-357DDDA8507E}" dt="2026-03-03T18:25:44.701" v="25" actId="1076"/>
          <ac:spMkLst>
            <pc:docMk/>
            <pc:sldMk cId="2137422971" sldId="257"/>
            <ac:spMk id="2" creationId="{87FEF2E9-D08C-4B4D-902C-94C9F3CCF472}"/>
          </ac:spMkLst>
        </pc:spChg>
        <pc:spChg chg="mod">
          <ac:chgData name="Andre Lourenco Bagnoli" userId="433ec5b5-ff89-4497-a721-a2986277e593" providerId="ADAL" clId="{C8C1020E-6CB1-48E5-B601-357DDDA8507E}" dt="2026-03-03T18:26:01.687" v="27" actId="207"/>
          <ac:spMkLst>
            <pc:docMk/>
            <pc:sldMk cId="2137422971" sldId="257"/>
            <ac:spMk id="3" creationId="{A4943414-10DA-4CFD-811F-24AD37377C6B}"/>
          </ac:spMkLst>
        </pc:spChg>
      </pc:sldChg>
      <pc:sldChg chg="modSp">
        <pc:chgData name="Andre Lourenco Bagnoli" userId="433ec5b5-ff89-4497-a721-a2986277e593" providerId="ADAL" clId="{C8C1020E-6CB1-48E5-B601-357DDDA8507E}" dt="2026-03-03T18:26:19.864" v="30" actId="207"/>
        <pc:sldMkLst>
          <pc:docMk/>
          <pc:sldMk cId="2376177751" sldId="258"/>
        </pc:sldMkLst>
        <pc:spChg chg="mod">
          <ac:chgData name="Andre Lourenco Bagnoli" userId="433ec5b5-ff89-4497-a721-a2986277e593" providerId="ADAL" clId="{C8C1020E-6CB1-48E5-B601-357DDDA8507E}" dt="2026-03-03T18:26:12.894" v="28" actId="1076"/>
          <ac:spMkLst>
            <pc:docMk/>
            <pc:sldMk cId="2376177751" sldId="258"/>
            <ac:spMk id="2" creationId="{0AC360C0-9743-4BC0-BA09-CBCFD474AFB2}"/>
          </ac:spMkLst>
        </pc:spChg>
        <pc:spChg chg="mod">
          <ac:chgData name="Andre Lourenco Bagnoli" userId="433ec5b5-ff89-4497-a721-a2986277e593" providerId="ADAL" clId="{C8C1020E-6CB1-48E5-B601-357DDDA8507E}" dt="2026-03-03T18:26:19.864" v="30" actId="207"/>
          <ac:spMkLst>
            <pc:docMk/>
            <pc:sldMk cId="2376177751" sldId="258"/>
            <ac:spMk id="3" creationId="{505FBB71-609E-4DA3-B2EA-DC63264BC49B}"/>
          </ac:spMkLst>
        </pc:spChg>
      </pc:sldChg>
      <pc:sldChg chg="modSp">
        <pc:chgData name="Andre Lourenco Bagnoli" userId="433ec5b5-ff89-4497-a721-a2986277e593" providerId="ADAL" clId="{C8C1020E-6CB1-48E5-B601-357DDDA8507E}" dt="2026-03-03T18:26:44.803" v="33" actId="207"/>
        <pc:sldMkLst>
          <pc:docMk/>
          <pc:sldMk cId="299070192" sldId="259"/>
        </pc:sldMkLst>
        <pc:spChg chg="mod">
          <ac:chgData name="Andre Lourenco Bagnoli" userId="433ec5b5-ff89-4497-a721-a2986277e593" providerId="ADAL" clId="{C8C1020E-6CB1-48E5-B601-357DDDA8507E}" dt="2026-03-03T18:26:31.543" v="31" actId="1076"/>
          <ac:spMkLst>
            <pc:docMk/>
            <pc:sldMk cId="299070192" sldId="259"/>
            <ac:spMk id="2" creationId="{371F78EF-A156-4C0B-AEFB-9F8FEA355AE9}"/>
          </ac:spMkLst>
        </pc:spChg>
        <pc:spChg chg="mod">
          <ac:chgData name="Andre Lourenco Bagnoli" userId="433ec5b5-ff89-4497-a721-a2986277e593" providerId="ADAL" clId="{C8C1020E-6CB1-48E5-B601-357DDDA8507E}" dt="2026-03-03T18:26:44.803" v="33" actId="207"/>
          <ac:spMkLst>
            <pc:docMk/>
            <pc:sldMk cId="299070192" sldId="259"/>
            <ac:spMk id="3" creationId="{3F914D53-BC1E-4D77-A494-3CFAF1C8160E}"/>
          </ac:spMkLst>
        </pc:spChg>
      </pc:sldChg>
      <pc:sldChg chg="modSp">
        <pc:chgData name="Andre Lourenco Bagnoli" userId="433ec5b5-ff89-4497-a721-a2986277e593" providerId="ADAL" clId="{C8C1020E-6CB1-48E5-B601-357DDDA8507E}" dt="2026-03-03T18:27:33.751" v="41" actId="207"/>
        <pc:sldMkLst>
          <pc:docMk/>
          <pc:sldMk cId="2047431931" sldId="260"/>
        </pc:sldMkLst>
        <pc:spChg chg="mod">
          <ac:chgData name="Andre Lourenco Bagnoli" userId="433ec5b5-ff89-4497-a721-a2986277e593" providerId="ADAL" clId="{C8C1020E-6CB1-48E5-B601-357DDDA8507E}" dt="2026-03-03T18:27:11.842" v="38"/>
          <ac:spMkLst>
            <pc:docMk/>
            <pc:sldMk cId="2047431931" sldId="260"/>
            <ac:spMk id="2" creationId="{62A6B5FE-C32D-4377-9FAC-B3C27CD6A561}"/>
          </ac:spMkLst>
        </pc:spChg>
        <pc:spChg chg="mod">
          <ac:chgData name="Andre Lourenco Bagnoli" userId="433ec5b5-ff89-4497-a721-a2986277e593" providerId="ADAL" clId="{C8C1020E-6CB1-48E5-B601-357DDDA8507E}" dt="2026-03-03T18:27:33.751" v="41" actId="207"/>
          <ac:spMkLst>
            <pc:docMk/>
            <pc:sldMk cId="2047431931" sldId="260"/>
            <ac:spMk id="3" creationId="{B4DD7B42-7F57-49CC-91B9-3965FDD492F2}"/>
          </ac:spMkLst>
        </pc:spChg>
      </pc:sldChg>
      <pc:sldChg chg="modSp">
        <pc:chgData name="Andre Lourenco Bagnoli" userId="433ec5b5-ff89-4497-a721-a2986277e593" providerId="ADAL" clId="{C8C1020E-6CB1-48E5-B601-357DDDA8507E}" dt="2026-03-03T18:27:56.038" v="44" actId="207"/>
        <pc:sldMkLst>
          <pc:docMk/>
          <pc:sldMk cId="1595380703" sldId="261"/>
        </pc:sldMkLst>
        <pc:spChg chg="mod">
          <ac:chgData name="Andre Lourenco Bagnoli" userId="433ec5b5-ff89-4497-a721-a2986277e593" providerId="ADAL" clId="{C8C1020E-6CB1-48E5-B601-357DDDA8507E}" dt="2026-03-03T18:27:44.846" v="42" actId="1076"/>
          <ac:spMkLst>
            <pc:docMk/>
            <pc:sldMk cId="1595380703" sldId="261"/>
            <ac:spMk id="2" creationId="{7D03DF51-94D8-4B51-9F09-56881B7AB775}"/>
          </ac:spMkLst>
        </pc:spChg>
        <pc:spChg chg="mod">
          <ac:chgData name="Andre Lourenco Bagnoli" userId="433ec5b5-ff89-4497-a721-a2986277e593" providerId="ADAL" clId="{C8C1020E-6CB1-48E5-B601-357DDDA8507E}" dt="2026-03-03T18:27:56.038" v="44" actId="207"/>
          <ac:spMkLst>
            <pc:docMk/>
            <pc:sldMk cId="1595380703" sldId="261"/>
            <ac:spMk id="3" creationId="{7BEC35AA-C9EF-4C7F-B71A-EEF5859ECA00}"/>
          </ac:spMkLst>
        </pc:spChg>
      </pc:sldChg>
      <pc:sldChg chg="modSp">
        <pc:chgData name="Andre Lourenco Bagnoli" userId="433ec5b5-ff89-4497-a721-a2986277e593" providerId="ADAL" clId="{C8C1020E-6CB1-48E5-B601-357DDDA8507E}" dt="2026-03-03T18:28:20.146" v="47" actId="207"/>
        <pc:sldMkLst>
          <pc:docMk/>
          <pc:sldMk cId="4251170734" sldId="262"/>
        </pc:sldMkLst>
        <pc:spChg chg="mod">
          <ac:chgData name="Andre Lourenco Bagnoli" userId="433ec5b5-ff89-4497-a721-a2986277e593" providerId="ADAL" clId="{C8C1020E-6CB1-48E5-B601-357DDDA8507E}" dt="2026-03-03T18:28:07.446" v="45" actId="1076"/>
          <ac:spMkLst>
            <pc:docMk/>
            <pc:sldMk cId="4251170734" sldId="262"/>
            <ac:spMk id="2" creationId="{D08F4B59-0CC9-4CC4-83EF-5A62FEAB8463}"/>
          </ac:spMkLst>
        </pc:spChg>
        <pc:spChg chg="mod">
          <ac:chgData name="Andre Lourenco Bagnoli" userId="433ec5b5-ff89-4497-a721-a2986277e593" providerId="ADAL" clId="{C8C1020E-6CB1-48E5-B601-357DDDA8507E}" dt="2026-03-03T18:28:20.146" v="47" actId="207"/>
          <ac:spMkLst>
            <pc:docMk/>
            <pc:sldMk cId="4251170734" sldId="262"/>
            <ac:spMk id="3" creationId="{61C44709-3F2B-43F2-B501-018AB3A0EBC0}"/>
          </ac:spMkLst>
        </pc:spChg>
      </pc:sldChg>
      <pc:sldChg chg="modSp">
        <pc:chgData name="Andre Lourenco Bagnoli" userId="433ec5b5-ff89-4497-a721-a2986277e593" providerId="ADAL" clId="{C8C1020E-6CB1-48E5-B601-357DDDA8507E}" dt="2026-03-03T18:28:42.347" v="50" actId="207"/>
        <pc:sldMkLst>
          <pc:docMk/>
          <pc:sldMk cId="717441196" sldId="263"/>
        </pc:sldMkLst>
        <pc:spChg chg="mod">
          <ac:chgData name="Andre Lourenco Bagnoli" userId="433ec5b5-ff89-4497-a721-a2986277e593" providerId="ADAL" clId="{C8C1020E-6CB1-48E5-B601-357DDDA8507E}" dt="2026-03-03T18:28:33.086" v="48" actId="1076"/>
          <ac:spMkLst>
            <pc:docMk/>
            <pc:sldMk cId="717441196" sldId="263"/>
            <ac:spMk id="2" creationId="{324D79F4-742E-47FC-B580-7CB324FFEB5D}"/>
          </ac:spMkLst>
        </pc:spChg>
        <pc:spChg chg="mod">
          <ac:chgData name="Andre Lourenco Bagnoli" userId="433ec5b5-ff89-4497-a721-a2986277e593" providerId="ADAL" clId="{C8C1020E-6CB1-48E5-B601-357DDDA8507E}" dt="2026-03-03T18:28:42.347" v="50" actId="207"/>
          <ac:spMkLst>
            <pc:docMk/>
            <pc:sldMk cId="717441196" sldId="263"/>
            <ac:spMk id="3" creationId="{1C88C5BC-72A9-4818-B424-9164E64E31AA}"/>
          </ac:spMkLst>
        </pc:spChg>
      </pc:sldChg>
      <pc:sldChg chg="modSp">
        <pc:chgData name="Andre Lourenco Bagnoli" userId="433ec5b5-ff89-4497-a721-a2986277e593" providerId="ADAL" clId="{C8C1020E-6CB1-48E5-B601-357DDDA8507E}" dt="2026-03-03T18:29:05.790" v="53" actId="207"/>
        <pc:sldMkLst>
          <pc:docMk/>
          <pc:sldMk cId="627113374" sldId="264"/>
        </pc:sldMkLst>
        <pc:spChg chg="mod">
          <ac:chgData name="Andre Lourenco Bagnoli" userId="433ec5b5-ff89-4497-a721-a2986277e593" providerId="ADAL" clId="{C8C1020E-6CB1-48E5-B601-357DDDA8507E}" dt="2026-03-03T18:28:55.998" v="51" actId="1076"/>
          <ac:spMkLst>
            <pc:docMk/>
            <pc:sldMk cId="627113374" sldId="264"/>
            <ac:spMk id="2" creationId="{22468AB9-48F5-45A6-B656-0673372C8185}"/>
          </ac:spMkLst>
        </pc:spChg>
        <pc:spChg chg="mod">
          <ac:chgData name="Andre Lourenco Bagnoli" userId="433ec5b5-ff89-4497-a721-a2986277e593" providerId="ADAL" clId="{C8C1020E-6CB1-48E5-B601-357DDDA8507E}" dt="2026-03-03T18:29:05.790" v="53" actId="207"/>
          <ac:spMkLst>
            <pc:docMk/>
            <pc:sldMk cId="627113374" sldId="264"/>
            <ac:spMk id="3" creationId="{F561BBD0-0F2F-4E25-BC70-6ACD1FEB23A2}"/>
          </ac:spMkLst>
        </pc:spChg>
      </pc:sldChg>
      <pc:sldChg chg="modSp">
        <pc:chgData name="Andre Lourenco Bagnoli" userId="433ec5b5-ff89-4497-a721-a2986277e593" providerId="ADAL" clId="{C8C1020E-6CB1-48E5-B601-357DDDA8507E}" dt="2026-03-03T18:29:30.546" v="56" actId="207"/>
        <pc:sldMkLst>
          <pc:docMk/>
          <pc:sldMk cId="4284490688" sldId="266"/>
        </pc:sldMkLst>
        <pc:spChg chg="mod">
          <ac:chgData name="Andre Lourenco Bagnoli" userId="433ec5b5-ff89-4497-a721-a2986277e593" providerId="ADAL" clId="{C8C1020E-6CB1-48E5-B601-357DDDA8507E}" dt="2026-03-03T18:29:18.487" v="54" actId="1076"/>
          <ac:spMkLst>
            <pc:docMk/>
            <pc:sldMk cId="4284490688" sldId="266"/>
            <ac:spMk id="2" creationId="{C054C056-A86D-4ECC-9986-6D0E25093C96}"/>
          </ac:spMkLst>
        </pc:spChg>
        <pc:spChg chg="mod">
          <ac:chgData name="Andre Lourenco Bagnoli" userId="433ec5b5-ff89-4497-a721-a2986277e593" providerId="ADAL" clId="{C8C1020E-6CB1-48E5-B601-357DDDA8507E}" dt="2026-03-03T18:29:30.546" v="56" actId="207"/>
          <ac:spMkLst>
            <pc:docMk/>
            <pc:sldMk cId="4284490688" sldId="266"/>
            <ac:spMk id="3" creationId="{793ADB7A-46D3-4536-946D-D09DD9442B8E}"/>
          </ac:spMkLst>
        </pc:spChg>
      </pc:sldChg>
      <pc:sldChg chg="modSp">
        <pc:chgData name="Andre Lourenco Bagnoli" userId="433ec5b5-ff89-4497-a721-a2986277e593" providerId="ADAL" clId="{C8C1020E-6CB1-48E5-B601-357DDDA8507E}" dt="2026-03-03T18:42:23.336" v="69" actId="207"/>
        <pc:sldMkLst>
          <pc:docMk/>
          <pc:sldMk cId="2944487584" sldId="267"/>
        </pc:sldMkLst>
        <pc:spChg chg="mod">
          <ac:chgData name="Andre Lourenco Bagnoli" userId="433ec5b5-ff89-4497-a721-a2986277e593" providerId="ADAL" clId="{C8C1020E-6CB1-48E5-B601-357DDDA8507E}" dt="2026-03-03T18:42:03.655" v="67" actId="1076"/>
          <ac:spMkLst>
            <pc:docMk/>
            <pc:sldMk cId="2944487584" sldId="267"/>
            <ac:spMk id="2" creationId="{5672FF51-0BA6-4257-BC89-4DC217455A30}"/>
          </ac:spMkLst>
        </pc:spChg>
        <pc:spChg chg="mod">
          <ac:chgData name="Andre Lourenco Bagnoli" userId="433ec5b5-ff89-4497-a721-a2986277e593" providerId="ADAL" clId="{C8C1020E-6CB1-48E5-B601-357DDDA8507E}" dt="2026-03-03T18:42:23.336" v="69" actId="207"/>
          <ac:spMkLst>
            <pc:docMk/>
            <pc:sldMk cId="2944487584" sldId="267"/>
            <ac:spMk id="3" creationId="{773CE5B1-362A-4EFA-8DB4-95C54678BF05}"/>
          </ac:spMkLst>
        </pc:spChg>
      </pc:sldChg>
      <pc:sldChg chg="modSp">
        <pc:chgData name="Andre Lourenco Bagnoli" userId="433ec5b5-ff89-4497-a721-a2986277e593" providerId="ADAL" clId="{C8C1020E-6CB1-48E5-B601-357DDDA8507E}" dt="2026-03-03T18:29:55.974" v="59" actId="207"/>
        <pc:sldMkLst>
          <pc:docMk/>
          <pc:sldMk cId="2100207274" sldId="268"/>
        </pc:sldMkLst>
        <pc:spChg chg="mod">
          <ac:chgData name="Andre Lourenco Bagnoli" userId="433ec5b5-ff89-4497-a721-a2986277e593" providerId="ADAL" clId="{C8C1020E-6CB1-48E5-B601-357DDDA8507E}" dt="2026-03-03T18:29:43.734" v="57" actId="1076"/>
          <ac:spMkLst>
            <pc:docMk/>
            <pc:sldMk cId="2100207274" sldId="268"/>
            <ac:spMk id="2" creationId="{4E568071-9707-4FFA-8932-FFE9894E8E06}"/>
          </ac:spMkLst>
        </pc:spChg>
        <pc:spChg chg="mod">
          <ac:chgData name="Andre Lourenco Bagnoli" userId="433ec5b5-ff89-4497-a721-a2986277e593" providerId="ADAL" clId="{C8C1020E-6CB1-48E5-B601-357DDDA8507E}" dt="2026-03-03T18:29:55.974" v="59" actId="207"/>
          <ac:spMkLst>
            <pc:docMk/>
            <pc:sldMk cId="2100207274" sldId="268"/>
            <ac:spMk id="3" creationId="{73DF797D-5F07-4F02-944B-E8B6D9BA466E}"/>
          </ac:spMkLst>
        </pc:spChg>
      </pc:sldChg>
      <pc:sldChg chg="modSp">
        <pc:chgData name="Andre Lourenco Bagnoli" userId="433ec5b5-ff89-4497-a721-a2986277e593" providerId="ADAL" clId="{C8C1020E-6CB1-48E5-B601-357DDDA8507E}" dt="2026-03-03T18:30:21.230" v="62" actId="207"/>
        <pc:sldMkLst>
          <pc:docMk/>
          <pc:sldMk cId="3599323337" sldId="270"/>
        </pc:sldMkLst>
        <pc:spChg chg="mod">
          <ac:chgData name="Andre Lourenco Bagnoli" userId="433ec5b5-ff89-4497-a721-a2986277e593" providerId="ADAL" clId="{C8C1020E-6CB1-48E5-B601-357DDDA8507E}" dt="2026-03-03T18:30:10.494" v="60" actId="1076"/>
          <ac:spMkLst>
            <pc:docMk/>
            <pc:sldMk cId="3599323337" sldId="270"/>
            <ac:spMk id="2" creationId="{F1651905-9B2C-4E56-8E07-5923129FF173}"/>
          </ac:spMkLst>
        </pc:spChg>
        <pc:spChg chg="mod">
          <ac:chgData name="Andre Lourenco Bagnoli" userId="433ec5b5-ff89-4497-a721-a2986277e593" providerId="ADAL" clId="{C8C1020E-6CB1-48E5-B601-357DDDA8507E}" dt="2026-03-03T18:30:21.230" v="62" actId="207"/>
          <ac:spMkLst>
            <pc:docMk/>
            <pc:sldMk cId="3599323337" sldId="270"/>
            <ac:spMk id="3" creationId="{73ABDC5E-27A9-4BF3-99FC-DDB2D73B1ACC}"/>
          </ac:spMkLst>
        </pc:spChg>
      </pc:sldChg>
      <pc:sldChg chg="modSp">
        <pc:chgData name="Andre Lourenco Bagnoli" userId="433ec5b5-ff89-4497-a721-a2986277e593" providerId="ADAL" clId="{C8C1020E-6CB1-48E5-B601-357DDDA8507E}" dt="2026-03-03T18:30:49.610" v="65" actId="207"/>
        <pc:sldMkLst>
          <pc:docMk/>
          <pc:sldMk cId="2739198299" sldId="271"/>
        </pc:sldMkLst>
        <pc:spChg chg="mod">
          <ac:chgData name="Andre Lourenco Bagnoli" userId="433ec5b5-ff89-4497-a721-a2986277e593" providerId="ADAL" clId="{C8C1020E-6CB1-48E5-B601-357DDDA8507E}" dt="2026-03-03T18:30:35.830" v="63" actId="1076"/>
          <ac:spMkLst>
            <pc:docMk/>
            <pc:sldMk cId="2739198299" sldId="271"/>
            <ac:spMk id="2" creationId="{F0370878-2D61-46CF-B4E5-3C5CDA769075}"/>
          </ac:spMkLst>
        </pc:spChg>
        <pc:spChg chg="mod">
          <ac:chgData name="Andre Lourenco Bagnoli" userId="433ec5b5-ff89-4497-a721-a2986277e593" providerId="ADAL" clId="{C8C1020E-6CB1-48E5-B601-357DDDA8507E}" dt="2026-03-03T18:30:49.610" v="65" actId="207"/>
          <ac:spMkLst>
            <pc:docMk/>
            <pc:sldMk cId="2739198299" sldId="271"/>
            <ac:spMk id="3" creationId="{7E9E9F1C-9398-4DA2-A303-943E3622DF1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31DA50D-E36A-445D-923B-F7961754EAF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DE20CA5-FB1F-4FAE-B3B0-799A8B626C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6105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A50D-E36A-445D-923B-F7961754EAF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0CA5-FB1F-4FAE-B3B0-799A8B626C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869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A50D-E36A-445D-923B-F7961754EAF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0CA5-FB1F-4FAE-B3B0-799A8B626C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0056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A50D-E36A-445D-923B-F7961754EAF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0CA5-FB1F-4FAE-B3B0-799A8B626C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7066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A50D-E36A-445D-923B-F7961754EAF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0CA5-FB1F-4FAE-B3B0-799A8B626C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88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A50D-E36A-445D-923B-F7961754EAF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0CA5-FB1F-4FAE-B3B0-799A8B626C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808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A50D-E36A-445D-923B-F7961754EAF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0CA5-FB1F-4FAE-B3B0-799A8B626C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841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A50D-E36A-445D-923B-F7961754EAF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0CA5-FB1F-4FAE-B3B0-799A8B626C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4178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A50D-E36A-445D-923B-F7961754EAF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0CA5-FB1F-4FAE-B3B0-799A8B626C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924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A50D-E36A-445D-923B-F7961754EAF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0CA5-FB1F-4FAE-B3B0-799A8B626C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1315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A50D-E36A-445D-923B-F7961754EAF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0CA5-FB1F-4FAE-B3B0-799A8B626C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10392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A50D-E36A-445D-923B-F7961754EAF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0CA5-FB1F-4FAE-B3B0-799A8B626CF0}" type="slidenum">
              <a:rPr lang="pt-BR" smtClean="0"/>
              <a:t>‹nº›</a:t>
            </a:fld>
            <a:endParaRPr lang="pt-B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5471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A50D-E36A-445D-923B-F7961754EAF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0CA5-FB1F-4FAE-B3B0-799A8B626C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6721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A50D-E36A-445D-923B-F7961754EAF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0CA5-FB1F-4FAE-B3B0-799A8B626C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729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A50D-E36A-445D-923B-F7961754EAF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0CA5-FB1F-4FAE-B3B0-799A8B626C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4286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A50D-E36A-445D-923B-F7961754EAF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0CA5-FB1F-4FAE-B3B0-799A8B626C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45937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A50D-E36A-445D-923B-F7961754EAF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0CA5-FB1F-4FAE-B3B0-799A8B626C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73025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FD489-4803-4C8E-ADA4-826C85D87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3A77C5-345B-4D82-86BA-9FF16F4BF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46BDE2-8BD8-4E81-A6F1-7D81B2C7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DA50D-E36A-445D-923B-F7961754EAF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8E1D65-E200-4752-AF87-2C526A9C9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DBAC54-0D19-4280-8C5E-95AC9EAE9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20CA5-FB1F-4FAE-B3B0-799A8B626C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041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DA50D-E36A-445D-923B-F7961754EAF3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20CA5-FB1F-4FAE-B3B0-799A8B626C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74833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DAADB-FA2D-40C1-9815-B8ACF0977E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Serviço DHCP em Linux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15E853-6F8C-4CF8-9F17-080C2C6406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2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</a:t>
            </a:r>
            <a:r>
              <a:rPr lang="pt-B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Host </a:t>
            </a:r>
            <a:r>
              <a:rPr lang="pt-BR" sz="2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Configuration</a:t>
            </a:r>
            <a:r>
              <a:rPr lang="pt-BR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2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Protocol</a:t>
            </a:r>
            <a:endParaRPr lang="pt-BR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57143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FEF2E9-D08C-4B4D-902C-94C9F3CC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0"/>
            <a:ext cx="8534400" cy="1507067"/>
          </a:xfrm>
        </p:spPr>
        <p:txBody>
          <a:bodyPr/>
          <a:lstStyle/>
          <a:p>
            <a:pPr algn="ctr"/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ao DHCP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943414-10DA-4CFD-811F-24AD37377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1621366"/>
            <a:ext cx="8534400" cy="3615267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DHCP, ou 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Host 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Configuration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Protocol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é um dos serviços mais importantes em redes de computadores. Ele é responsável por distribuir automaticamente configurações de rede aos dispositivos conectados, como endereços IP, máscara de 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sub-rede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gateway padrão e servidores DNS. Sem o DHCP, administradores teriam que configurar manualmente cada máquina, o que seria inviável em redes médias e grandes.</a:t>
            </a:r>
          </a:p>
        </p:txBody>
      </p:sp>
    </p:spTree>
    <p:extLst>
      <p:ext uri="{BB962C8B-B14F-4D97-AF65-F5344CB8AC3E}">
        <p14:creationId xmlns:p14="http://schemas.microsoft.com/office/powerpoint/2010/main" val="2137422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360C0-9743-4BC0-BA09-CBCFD474A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39449"/>
            <a:ext cx="8534400" cy="1507067"/>
          </a:xfrm>
        </p:spPr>
        <p:txBody>
          <a:bodyPr/>
          <a:lstStyle/>
          <a:p>
            <a:pPr algn="ctr"/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 do DHCP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5FBB71-609E-4DA3-B2EA-DC63264BC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2102223"/>
            <a:ext cx="8534400" cy="3615267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objetivo do DHCP é simplificar a administração da rede, reduzir erros de configuração e garantir que todos os dispositivos obtenham parâmetros corretos de rede de forma dinâmica. Além disso, ele facilita a mobilidade de dispositivos, pois um notebook, smartphone ou equipamento 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IoT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pode mudar de local e ainda assim obter novas configurações automaticamente.</a:t>
            </a:r>
          </a:p>
        </p:txBody>
      </p:sp>
    </p:spTree>
    <p:extLst>
      <p:ext uri="{BB962C8B-B14F-4D97-AF65-F5344CB8AC3E}">
        <p14:creationId xmlns:p14="http://schemas.microsoft.com/office/powerpoint/2010/main" val="2376177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F78EF-A156-4C0B-AEFB-9F8FEA355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55991"/>
            <a:ext cx="8534400" cy="1507067"/>
          </a:xfrm>
        </p:spPr>
        <p:txBody>
          <a:bodyPr/>
          <a:lstStyle/>
          <a:p>
            <a:pPr algn="ctr"/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Funções Principais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F914D53-BC1E-4D77-A494-3CFAF1C81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2147047"/>
            <a:ext cx="8534400" cy="361526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DHCP realiza várias funções chave, incluindo: 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Atribuição automática de endereços IP.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Definição de máscara de 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sub-rede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Fornecimento do gateway padrão.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Indicação de servidores DNS e WINS.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Controle de tempo de concessão (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lease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Gerenciamento de escopos e reservas.</a:t>
            </a:r>
          </a:p>
        </p:txBody>
      </p:sp>
    </p:spTree>
    <p:extLst>
      <p:ext uri="{BB962C8B-B14F-4D97-AF65-F5344CB8AC3E}">
        <p14:creationId xmlns:p14="http://schemas.microsoft.com/office/powerpoint/2010/main" val="299070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6B5FE-C32D-4377-9FAC-B3C27CD6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0"/>
            <a:ext cx="8534400" cy="1507067"/>
          </a:xfrm>
        </p:spPr>
        <p:txBody>
          <a:bodyPr/>
          <a:lstStyle/>
          <a:p>
            <a:pPr algn="ctr"/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Como Funciona o DHCP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DD7B42-7F57-49CC-91B9-3965FDD49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1128308"/>
            <a:ext cx="8534400" cy="36152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DHCP funciona por meio de uma sequência clara de mensagens entre cliente e servidor:</a:t>
            </a:r>
          </a:p>
          <a:p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DHCP </a:t>
            </a:r>
            <a:r>
              <a:rPr lang="pt-BR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Discover</a:t>
            </a:r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(descobrir) – o cliente envia um broadcast buscando servidores DHCP disponíveis.</a:t>
            </a:r>
          </a:p>
          <a:p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DHCP </a:t>
            </a:r>
            <a:r>
              <a:rPr lang="pt-BR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Offer</a:t>
            </a:r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(oferecer) – os servidores respondem oferecendo configurações de rede.</a:t>
            </a:r>
          </a:p>
          <a:p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DHCP </a:t>
            </a:r>
            <a:r>
              <a:rPr lang="pt-BR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</a:t>
            </a:r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(solicitar) – o cliente escolhe uma oferta e solicita formalmente o IP.</a:t>
            </a:r>
          </a:p>
          <a:p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DHCP ACK (confirmar) – o servidor confirma e entrega os parâmetros.</a:t>
            </a:r>
          </a:p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Esse processo é conhecido como DORA.</a:t>
            </a:r>
          </a:p>
        </p:txBody>
      </p:sp>
    </p:spTree>
    <p:extLst>
      <p:ext uri="{BB962C8B-B14F-4D97-AF65-F5344CB8AC3E}">
        <p14:creationId xmlns:p14="http://schemas.microsoft.com/office/powerpoint/2010/main" val="2047431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4396FF4-E13B-4E09-A910-894D36609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81" y="298690"/>
            <a:ext cx="10386037" cy="626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48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3DF51-94D8-4B51-9F09-56881B7AB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20132"/>
            <a:ext cx="8534400" cy="1507067"/>
          </a:xfrm>
        </p:spPr>
        <p:txBody>
          <a:bodyPr/>
          <a:lstStyle/>
          <a:p>
            <a:pPr algn="ctr"/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Componentes do DHCP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EC35AA-C9EF-4C7F-B71A-EEF5859EC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2057400"/>
            <a:ext cx="8534400" cy="36152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 componentes fundamentais do DHCP incluem: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Servidor DHCP: responsável por gerenciar escopos e distribuir 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IPs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Cliente DHCP: qualquer dispositivo que solicite configurações de rede.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Escopos (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Scopes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): definem intervalos de IP disponíveis.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Leases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(concessões): definem o tempo de validade do IP atribuído.</a:t>
            </a:r>
          </a:p>
        </p:txBody>
      </p:sp>
    </p:spTree>
    <p:extLst>
      <p:ext uri="{BB962C8B-B14F-4D97-AF65-F5344CB8AC3E}">
        <p14:creationId xmlns:p14="http://schemas.microsoft.com/office/powerpoint/2010/main" val="1595380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ACD10E7-A880-416D-9BBA-6568E9586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700" y="1304364"/>
            <a:ext cx="6778600" cy="424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420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F4B59-0CC9-4CC4-83EF-5A62FEAB8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11167"/>
            <a:ext cx="8534400" cy="1507067"/>
          </a:xfrm>
        </p:spPr>
        <p:txBody>
          <a:bodyPr/>
          <a:lstStyle/>
          <a:p>
            <a:pPr algn="ctr"/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Vantagens do DHCP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C44709-3F2B-43F2-B501-018AB3A0E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2066364"/>
            <a:ext cx="8534400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DHCP traz diversas vantagens para empresas e usuários, como: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Redução de erros humanos.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Administração simplificada.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Escalabilidade para grandes redes.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Suporte a dispositivos móveis.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Distribuição automática de múltiplas configurações.</a:t>
            </a:r>
          </a:p>
        </p:txBody>
      </p:sp>
    </p:spTree>
    <p:extLst>
      <p:ext uri="{BB962C8B-B14F-4D97-AF65-F5344CB8AC3E}">
        <p14:creationId xmlns:p14="http://schemas.microsoft.com/office/powerpoint/2010/main" val="4251170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D79F4-742E-47FC-B580-7CB324FFE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91850"/>
            <a:ext cx="8534400" cy="1507067"/>
          </a:xfrm>
        </p:spPr>
        <p:txBody>
          <a:bodyPr/>
          <a:lstStyle/>
          <a:p>
            <a:pPr algn="ctr"/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Escopos, Reservas e Exclusões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88C5BC-72A9-4818-B424-9164E64E3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2057400"/>
            <a:ext cx="8534400" cy="3615267"/>
          </a:xfrm>
        </p:spPr>
        <p:txBody>
          <a:bodyPr>
            <a:normAutofit/>
          </a:bodyPr>
          <a:lstStyle/>
          <a:p>
            <a:r>
              <a: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Escopos: definem o intervalo principal de 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IPs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que serão distribuídos.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Reservas: garantem que um dispositivo receba sempre o mesmo IP.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Exclusões: 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IPs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dentro do escopo que não devem ser atribuídos pelo DHCP.</a:t>
            </a:r>
          </a:p>
        </p:txBody>
      </p:sp>
    </p:spTree>
    <p:extLst>
      <p:ext uri="{BB962C8B-B14F-4D97-AF65-F5344CB8AC3E}">
        <p14:creationId xmlns:p14="http://schemas.microsoft.com/office/powerpoint/2010/main" val="717441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68AB9-48F5-45A6-B656-0673372C8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73920"/>
            <a:ext cx="8534400" cy="1507067"/>
          </a:xfrm>
        </p:spPr>
        <p:txBody>
          <a:bodyPr/>
          <a:lstStyle/>
          <a:p>
            <a:pPr algn="ctr"/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DHCP Relay (Agente de Revezamento)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561BBD0-0F2F-4E25-BC70-6ACD1FEB2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2218765"/>
            <a:ext cx="8534400" cy="3615267"/>
          </a:xfrm>
        </p:spPr>
        <p:txBody>
          <a:bodyPr>
            <a:noAutofit/>
          </a:bodyPr>
          <a:lstStyle/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DHCP Relay permite que clientes DHCP obtenham IP mesmo quando o servidor está em outra rede. Isso é essencial em redes corporativas segmentadas por 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VLANs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Uma VLAN (Virtual Local 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Area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Network ou Rede Local Virtual) é uma tecnologia que segmenta uma rede física em várias redes lógicas independentes dentro do mesmo switch, isolando o tráfego. Ela melhora a segurança e o desempenho ao separar grupos (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RH de Vendas) logicamente, sem precisar de cabos separados.</a:t>
            </a:r>
          </a:p>
        </p:txBody>
      </p:sp>
    </p:spTree>
    <p:extLst>
      <p:ext uri="{BB962C8B-B14F-4D97-AF65-F5344CB8AC3E}">
        <p14:creationId xmlns:p14="http://schemas.microsoft.com/office/powerpoint/2010/main" val="627113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4C056-A86D-4ECC-9986-6D0E25093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81497"/>
            <a:ext cx="8534400" cy="1507067"/>
          </a:xfrm>
        </p:spPr>
        <p:txBody>
          <a:bodyPr/>
          <a:lstStyle/>
          <a:p>
            <a:pPr algn="ctr"/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Melhores Práticas para DHCP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ADB7A-46D3-4536-946D-D09DD9442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2182906"/>
            <a:ext cx="8534400" cy="3615267"/>
          </a:xfrm>
        </p:spPr>
        <p:txBody>
          <a:bodyPr>
            <a:normAutofit/>
          </a:bodyPr>
          <a:lstStyle/>
          <a:p>
            <a:r>
              <a: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Utilizar dois servidores DHCP em 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failover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Criar reservas para impressoras, servidores e switches.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Evitar escopos sobrepostos.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Documentar faixas IP e políticas aplicadas.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Usar DHCP 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Snooping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evitar servidores falsos.</a:t>
            </a:r>
          </a:p>
        </p:txBody>
      </p:sp>
    </p:spTree>
    <p:extLst>
      <p:ext uri="{BB962C8B-B14F-4D97-AF65-F5344CB8AC3E}">
        <p14:creationId xmlns:p14="http://schemas.microsoft.com/office/powerpoint/2010/main" val="4284490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68071-9707-4FFA-8932-FFE9894E8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0"/>
            <a:ext cx="8534400" cy="1507067"/>
          </a:xfrm>
        </p:spPr>
        <p:txBody>
          <a:bodyPr/>
          <a:lstStyle/>
          <a:p>
            <a:pPr algn="ctr"/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DHCP no Linux – ISC DHCP Server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DF797D-5F07-4F02-944B-E8B6D9BA4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1271743"/>
            <a:ext cx="8534400" cy="36152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ISC DHCP Server é uma das implementações mais tradicionais no Linux.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 é configurado principalmente através do arquivo: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/etc/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dhcp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dhcpd.conf</a:t>
            </a:r>
            <a:endParaRPr lang="pt-BR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Principais vantagens: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Alta estabilidade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Amplas opções de configuração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Indicado para ambientes médios e grandes</a:t>
            </a:r>
          </a:p>
        </p:txBody>
      </p:sp>
    </p:spTree>
    <p:extLst>
      <p:ext uri="{BB962C8B-B14F-4D97-AF65-F5344CB8AC3E}">
        <p14:creationId xmlns:p14="http://schemas.microsoft.com/office/powerpoint/2010/main" val="2100207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51905-9B2C-4E56-8E07-5923129FF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04800"/>
            <a:ext cx="8534400" cy="1529976"/>
          </a:xfrm>
        </p:spPr>
        <p:txBody>
          <a:bodyPr/>
          <a:lstStyle/>
          <a:p>
            <a:pPr algn="ctr"/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DHCP com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dnsmasq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ABDC5E-27A9-4BF3-99FC-DDB2D73B1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1707776"/>
            <a:ext cx="8534400" cy="36152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dnsmasq</a:t>
            </a:r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é uma alternativa mais leve ao ISC DHCP Server.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Características:</a:t>
            </a:r>
          </a:p>
          <a:p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Simples de configurar</a:t>
            </a:r>
          </a:p>
          <a:p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Ideal para pequenas redes</a:t>
            </a:r>
          </a:p>
          <a:p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Pode fornecer DHCP e DNS simultaneamente</a:t>
            </a:r>
          </a:p>
          <a:p>
            <a:endParaRPr lang="pt-B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arquivo de configuração é geralmente:</a:t>
            </a:r>
          </a:p>
          <a:p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/etc/</a:t>
            </a:r>
            <a:r>
              <a:rPr lang="pt-BR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dnsmasq.conf</a:t>
            </a:r>
            <a:endParaRPr lang="pt-B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99323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370878-2D61-46CF-B4E5-3C5CDA769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82885"/>
            <a:ext cx="8534400" cy="1507067"/>
          </a:xfrm>
        </p:spPr>
        <p:txBody>
          <a:bodyPr/>
          <a:lstStyle/>
          <a:p>
            <a:pPr algn="ctr"/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Benefícios do DHCP Linux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9E9F1C-9398-4DA2-A303-943E3622D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2353236"/>
            <a:ext cx="8534400" cy="3615267"/>
          </a:xfrm>
        </p:spPr>
        <p:txBody>
          <a:bodyPr>
            <a:normAutofit/>
          </a:bodyPr>
          <a:lstStyle/>
          <a:p>
            <a:r>
              <a: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Reduz erros de configuração manual.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Diminui o tempo de administração da rede.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Facilita a mobilidade de dispositivos.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Permite reservas de IP para servidores específicos.</a:t>
            </a:r>
          </a:p>
          <a:p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Garante mais organização e controle dos </a:t>
            </a:r>
            <a:r>
              <a:rPr lang="pt-BR" sz="24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IPs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usados.</a:t>
            </a:r>
          </a:p>
        </p:txBody>
      </p:sp>
    </p:spTree>
    <p:extLst>
      <p:ext uri="{BB962C8B-B14F-4D97-AF65-F5344CB8AC3E}">
        <p14:creationId xmlns:p14="http://schemas.microsoft.com/office/powerpoint/2010/main" val="2739198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72FF51-0BA6-4257-BC89-4DC217455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6551" y="76697"/>
            <a:ext cx="8534400" cy="488079"/>
          </a:xfrm>
        </p:spPr>
        <p:txBody>
          <a:bodyPr>
            <a:normAutofit fontScale="90000"/>
          </a:bodyPr>
          <a:lstStyle/>
          <a:p>
            <a:pPr algn="ctr"/>
            <a:r>
              <a:rPr lang="pt-B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3CE5B1-362A-4EFA-8DB4-95C54678B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2729" y="564776"/>
            <a:ext cx="8946541" cy="45182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DHCP é uma ferramenta essencial para redes modernas, permitindo automação, organização e controle das configurações de rede. Sua utilização reduz erros, economiza tempo e aumenta a eficiência operacional das empresas. Dominar seu funcionamento é indispensável para qualquer profissional de redes ou suporte técnico.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servidor DHCP no Linux é uma solução robusta, flexível e amplamente utilizada.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 ele, administradores podem gerenciar redes de maneira automatizada e eficiente.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Implementações como ISC DHCP Server e </a:t>
            </a:r>
            <a:r>
              <a:rPr lang="pt-BR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dnsmasq</a:t>
            </a:r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permitem atender desde pequenas redes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até grandes ambientes corporativos. Seu uso reduz erros e garante configuração rápida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dos dispositivos. O DHCP continua sendo um dos serviços essenciais em qualquer rede moderna.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44875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D26C7C51C8B5B4EB2F45B485711B3B7" ma:contentTypeVersion="15" ma:contentTypeDescription="Crie um novo documento." ma:contentTypeScope="" ma:versionID="06eeb2cb891bf1875b3eecb032cf16ac">
  <xsd:schema xmlns:xsd="http://www.w3.org/2001/XMLSchema" xmlns:xs="http://www.w3.org/2001/XMLSchema" xmlns:p="http://schemas.microsoft.com/office/2006/metadata/properties" xmlns:ns3="be2b1bf4-f208-43d2-abb9-a0a80c0092ed" xmlns:ns4="3a0e524e-323f-4ebf-8660-96f3b9bb9f8f" targetNamespace="http://schemas.microsoft.com/office/2006/metadata/properties" ma:root="true" ma:fieldsID="dc768360b14c7dbeb0ae3b407da4a3d1" ns3:_="" ns4:_="">
    <xsd:import namespace="be2b1bf4-f208-43d2-abb9-a0a80c0092ed"/>
    <xsd:import namespace="3a0e524e-323f-4ebf-8660-96f3b9bb9f8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SystemTag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b1bf4-f208-43d2-abb9-a0a80c0092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0e524e-323f-4ebf-8660-96f3b9bb9f8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e2b1bf4-f208-43d2-abb9-a0a80c0092e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3EF6F9C-AC70-402F-B561-6510A0F48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2b1bf4-f208-43d2-abb9-a0a80c0092ed"/>
    <ds:schemaRef ds:uri="3a0e524e-323f-4ebf-8660-96f3b9bb9f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09BAFC-1E15-43E7-97D1-61624AFB5AAE}">
  <ds:schemaRefs>
    <ds:schemaRef ds:uri="3a0e524e-323f-4ebf-8660-96f3b9bb9f8f"/>
    <ds:schemaRef ds:uri="http://purl.org/dc/terms/"/>
    <ds:schemaRef ds:uri="http://schemas.microsoft.com/office/2006/metadata/properties"/>
    <ds:schemaRef ds:uri="be2b1bf4-f208-43d2-abb9-a0a80c0092ed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16F69C79-188C-403C-A067-C4069B39229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479</TotalTime>
  <Words>796</Words>
  <Application>Microsoft Office PowerPoint</Application>
  <PresentationFormat>Widescreen</PresentationFormat>
  <Paragraphs>77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Tw Cen MT</vt:lpstr>
      <vt:lpstr>Circuito</vt:lpstr>
      <vt:lpstr>Serviço DHCP em Linux</vt:lpstr>
      <vt:lpstr>Introdução ao DHCP</vt:lpstr>
      <vt:lpstr>Objetivo do DHCP</vt:lpstr>
      <vt:lpstr>Funções Principais</vt:lpstr>
      <vt:lpstr>Como Funciona o DHCP</vt:lpstr>
      <vt:lpstr>Apresentação do PowerPoint</vt:lpstr>
      <vt:lpstr>Componentes do DHCP</vt:lpstr>
      <vt:lpstr>Apresentação do PowerPoint</vt:lpstr>
      <vt:lpstr>Vantagens do DHCP</vt:lpstr>
      <vt:lpstr>Escopos, Reservas e Exclusões</vt:lpstr>
      <vt:lpstr>DHCP Relay (Agente de Revezamento)</vt:lpstr>
      <vt:lpstr>Melhores Práticas para DHCP</vt:lpstr>
      <vt:lpstr>DHCP no Linux – ISC DHCP Server</vt:lpstr>
      <vt:lpstr>DHCP com dnsmasq</vt:lpstr>
      <vt:lpstr>Benefícios do DHCP Linux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Serviço DHCP</dc:title>
  <dc:creator>Andre Lourenco Bagnoli</dc:creator>
  <cp:lastModifiedBy>Andre Lourenco Bagnoli</cp:lastModifiedBy>
  <cp:revision>2</cp:revision>
  <dcterms:created xsi:type="dcterms:W3CDTF">2026-02-23T16:06:05Z</dcterms:created>
  <dcterms:modified xsi:type="dcterms:W3CDTF">2026-03-09T18:41:38Z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0x010100ED26C7C51C8B5B4EB2F45B485711B3B7</vt:lpwstr>
  </property>
</Properties>
</file>